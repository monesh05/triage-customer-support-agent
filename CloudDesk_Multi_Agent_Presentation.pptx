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7507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CLOUDDESK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Multi-Agent AI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Customer-Support Platform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specialized agents • real LangGraph orchestration • human-in-the-loop approvals • measured, not imagined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5989320"/>
            <a:ext cx="2926080" cy="0"/>
          </a:xfrm>
          <a:prstGeom prst="line">
            <a:avLst/>
          </a:prstGeom>
          <a:noFill/>
          <a:ln w="12700">
            <a:solidFill>
              <a:srgbClr val="3A42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FastAPI · PostgreSQL · pgvector · LangGraph · Next.js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“multi-agent” demos aren’t multi-agent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BECE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USUALLY 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→ One LLM → 15 tools → Answer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✗"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giant prompt juggling every responsibility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✗"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 before the customer sees the answer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✗"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“Parallel” agents that actually run one after another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50749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✗"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accuracy — just vibes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CLOUDDESK 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→ Parallel specialists → Resolution → QA → Human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1089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independently-prompted agents, each with restricted tools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37947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QA/Critic agent gates every response before it ships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92240" y="4480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parallel fan-out inside one LangGraph superstep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51663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105 real tickets — real, reported numbers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Multi-Agent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055" y="24761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358444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intent,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priority, sentiment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23744" y="30632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770632" y="201168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3387852" y="228600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47" y="247619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62072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907792" y="358444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/ Account /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/ Product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 in parallel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745736" y="30632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992624" y="201168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4F7FD"/>
          </a:solidFill>
          <a:ln/>
        </p:spPr>
      </p:sp>
      <p:sp>
        <p:nvSpPr>
          <p:cNvPr id="17" name="Shape 13"/>
          <p:cNvSpPr/>
          <p:nvPr/>
        </p:nvSpPr>
        <p:spPr>
          <a:xfrm>
            <a:off x="5609844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039" y="247619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84064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129784" y="358444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findings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draft reply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967728" y="30632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214616" y="201168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23" name="Shape 18"/>
          <p:cNvSpPr/>
          <p:nvPr/>
        </p:nvSpPr>
        <p:spPr>
          <a:xfrm>
            <a:off x="7831836" y="228600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031" y="2476195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06056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/ Critic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351776" y="358444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hallucinations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overclaims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189720" y="30632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9436608" y="201168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4F7FD"/>
          </a:solidFill>
          <a:ln/>
        </p:spPr>
      </p:sp>
      <p:sp>
        <p:nvSpPr>
          <p:cNvPr id="29" name="Shape 23"/>
          <p:cNvSpPr/>
          <p:nvPr/>
        </p:nvSpPr>
        <p:spPr>
          <a:xfrm>
            <a:off x="10053828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4023" y="2476195"/>
            <a:ext cx="351130" cy="35113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28048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/ Done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573768" y="358444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sensitive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or resolve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7E6"/>
          </a:solidFill>
          <a:ln/>
        </p:spPr>
      </p:sp>
      <p:sp>
        <p:nvSpPr>
          <p:cNvPr id="34" name="Shape 27"/>
          <p:cNvSpPr/>
          <p:nvPr/>
        </p:nvSpPr>
        <p:spPr>
          <a:xfrm>
            <a:off x="777240" y="5285232"/>
            <a:ext cx="548640" cy="548640"/>
          </a:xfrm>
          <a:prstGeom prst="ellipse">
            <a:avLst/>
          </a:prstGeom>
          <a:solidFill>
            <a:srgbClr val="FCE9BE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5427878"/>
            <a:ext cx="263347" cy="263347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508760" y="52578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loop: </a:t>
            </a:r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QA rejects, Resolution retries — bounded to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MAX_ITERATIONS = 3</a:t>
            </a:r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escalates to a human instead of looping forever.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Agents, Eight Jobs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" y="202356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51460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862072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intent — no tools, never solves anything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55848" y="16916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4F7FD"/>
          </a:solidFill>
          <a:ln/>
        </p:spPr>
      </p:sp>
      <p:sp>
        <p:nvSpPr>
          <p:cNvPr id="10" name="Shape 7"/>
          <p:cNvSpPr/>
          <p:nvPr/>
        </p:nvSpPr>
        <p:spPr>
          <a:xfrm>
            <a:off x="3557016" y="18928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775" y="202356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7016" y="251460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57016" y="2862072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refunds, invoices — restricted to billing tools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63056" y="16916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4F7FD"/>
          </a:solidFill>
          <a:ln/>
        </p:spPr>
      </p:sp>
      <p:sp>
        <p:nvSpPr>
          <p:cNvPr id="15" name="Shape 11"/>
          <p:cNvSpPr/>
          <p:nvPr/>
        </p:nvSpPr>
        <p:spPr>
          <a:xfrm>
            <a:off x="6364224" y="18928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983" y="202356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51460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64224" y="2862072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MFA, entitlement mismatches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70264" y="16916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4F7FD"/>
          </a:solidFill>
          <a:ln/>
        </p:spPr>
      </p:sp>
      <p:sp>
        <p:nvSpPr>
          <p:cNvPr id="20" name="Shape 15"/>
          <p:cNvSpPr/>
          <p:nvPr/>
        </p:nvSpPr>
        <p:spPr>
          <a:xfrm>
            <a:off x="9171432" y="18928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191" y="202356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71432" y="251460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71432" y="2862072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errors, incidents, rate limits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822192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4F7FD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67" y="415411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464515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49808" y="4992624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 via pgvector RAG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55848" y="3822192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4F7FD"/>
          </a:solidFill>
          <a:ln/>
        </p:spPr>
      </p:sp>
      <p:sp>
        <p:nvSpPr>
          <p:cNvPr id="30" name="Shape 23"/>
          <p:cNvSpPr/>
          <p:nvPr/>
        </p:nvSpPr>
        <p:spPr>
          <a:xfrm>
            <a:off x="3557016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7775" y="415411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57016" y="464515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3557016" y="4992624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findings — never invents facts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163056" y="3822192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4F7FD"/>
          </a:solidFill>
          <a:ln/>
        </p:spPr>
      </p:sp>
      <p:sp>
        <p:nvSpPr>
          <p:cNvPr id="35" name="Shape 27"/>
          <p:cNvSpPr/>
          <p:nvPr/>
        </p:nvSpPr>
        <p:spPr>
          <a:xfrm>
            <a:off x="6364224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4983" y="4154119"/>
            <a:ext cx="241402" cy="24140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64224" y="464515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/ Critic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6364224" y="4992624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hallucinations &amp; false completions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970264" y="3822192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4F7FD"/>
          </a:solidFill>
          <a:ln/>
        </p:spPr>
      </p:sp>
      <p:sp>
        <p:nvSpPr>
          <p:cNvPr id="40" name="Shape 31"/>
          <p:cNvSpPr/>
          <p:nvPr/>
        </p:nvSpPr>
        <p:spPr>
          <a:xfrm>
            <a:off x="9171432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2191" y="4154119"/>
            <a:ext cx="241402" cy="24140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71432" y="464515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9171432" y="4992624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human handoff, never “contact support”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Actions &amp; Grounded 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1204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299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refund or unlock pauses the graph via LangGraph’s interrupt() — not a fake UI spinner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checkpoints to Postgres, so a paused thread survives a real backend restart (verified with an actual kill -9)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892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approves/rejects in the Support Console; the workflow resumes to completion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4592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F4F7FD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196596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214" y="212049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20299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RAG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836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real docs, chunked and embedded with OpenAI text-embedding-3-small into pgvector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83680" y="3886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Cosine-similarity search with a minimum-score floor — no match, no fabricated citation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583680" y="4892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reworded queries that share no words with the source text — genuine semantic retrieval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Imagined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synthetic tickets run through the real graph with a real LLM. Numbers below are the actual before/after from that evaluation harness.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4F7F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blocked every false-completion claim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21488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4F7FD"/>
          </a:solidFill>
          <a:ln/>
        </p:spPr>
      </p:sp>
      <p:sp>
        <p:nvSpPr>
          <p:cNvPr id="10" name="Text 8"/>
          <p:cNvSpPr/>
          <p:nvPr/>
        </p:nvSpPr>
        <p:spPr>
          <a:xfrm>
            <a:off x="3538728" y="2377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96.4%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38728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38728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21.9% after fixing the reflection loop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21488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4F7F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2377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345936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escalations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45936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80% — legitimate usage no longer flagged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70264" y="21488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4F7FD"/>
          </a:solidFill>
          <a:ln/>
        </p:spPr>
      </p:sp>
      <p:sp>
        <p:nvSpPr>
          <p:cNvPr id="18" name="Text 16"/>
          <p:cNvSpPr/>
          <p:nvPr/>
        </p:nvSpPr>
        <p:spPr>
          <a:xfrm>
            <a:off x="9153144" y="2377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172 / 172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53144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passing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53144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independently after every change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4828032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4982566"/>
            <a:ext cx="285293" cy="28529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600200" y="4736592"/>
            <a:ext cx="9738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execution tracing: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triage/specialist/resolution/QA call is persisted — agent name, status, duration, tool calls, redacted input/output — queryable per ticket in the Support Console’s Agent Trace tab.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RIGOR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Bugs, Found and Fixed Empirically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moved the goalposts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350008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reflection loop rarely converged — QA invented a new objection every round. Fixed with a “final attempt” rule and feeding QA’s prior feedback back to Resolution.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D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19714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0136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skipped investigation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0800" y="2350008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sometimes flagged “escalation” alongside a real specialist for a routine complaint — and routing treated that as “skip everything.” Found live during a demo, fixed same session.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D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977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1202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5020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lost on restart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77240" y="4498848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LangGraph’s checkpointer was in-process memory. Swapped for a Postgres-backed checkpointer — verified by actually killing and restarting the server mid-conversation.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7490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D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3977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446" y="41202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95020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ssl vs sslmode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00800" y="4498848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SQLAlchemy+asyncpg and psycopg want different SSL parameter names from the same DATABASE_URL. Fixed with a URL-translation layer, verified against a real managed Postgres.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Gaps Before Deploying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17309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727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auth, customer &amp; staff roles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94767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was originally wide open — any caller could pass any customer_id. Now cross-checked against the token.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959" y="173095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5727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 password hashing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858000" y="194767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plaintext, never a weak hash.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319399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358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41071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5/min on login (brute-force), 10/min on conversations (LLM cost).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72200" y="3063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959" y="3193999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30358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logging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858000" y="341071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Refunds, unlocks, approvals, and login events all write an audit row.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4657039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44988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headers + request IDs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234440" y="487375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 line traceable to a single request.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17220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2959" y="4657039"/>
            <a:ext cx="241402" cy="24140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44988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secrets to the LLM, ever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858000" y="487375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and tokens never appear in a prompt.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8745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04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154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 + FastAPI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37764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LangChain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439826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50200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(async)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55848" y="160020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4F7FD"/>
          </a:solidFill>
          <a:ln/>
        </p:spPr>
      </p:sp>
      <p:sp>
        <p:nvSpPr>
          <p:cNvPr id="13" name="Shape 10"/>
          <p:cNvSpPr/>
          <p:nvPr/>
        </p:nvSpPr>
        <p:spPr>
          <a:xfrm>
            <a:off x="4338828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249" y="204094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93008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84448" y="3154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584448" y="37764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584448" y="439826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584448" y="50200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(managed prod DB)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163056" y="160020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7146036" y="18745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457" y="2040941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00216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391656" y="3154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391656" y="37764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OpenRouter-swappable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391656" y="439826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391656" y="50200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outputs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970264" y="160020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4F7FD"/>
          </a:solidFill>
          <a:ln/>
        </p:spPr>
      </p:sp>
      <p:sp>
        <p:nvSpPr>
          <p:cNvPr id="29" name="Shape 24"/>
          <p:cNvSpPr/>
          <p:nvPr/>
        </p:nvSpPr>
        <p:spPr>
          <a:xfrm>
            <a:off x="9953244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665" y="2040941"/>
            <a:ext cx="307238" cy="30723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07424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Ops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9198864" y="3154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TypeScript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9198864" y="37764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shadcn/ui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9198864" y="439826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Railway, Vercel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9198864" y="50200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rate limiting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ONE PROMPT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upgraded to Pro yesterday, got charged twice, and now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API requests are returning 403 errors.”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0050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8587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+ Technical agents investigate in parallel — real evidence, not a guess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46908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45445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blocks any draft that overclaims the refund as already processed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3766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5230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in the Support Console’s approval queue — approve it live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Doesn’t Pretend to Solve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47672"/>
            <a:ext cx="548640" cy="548640"/>
          </a:xfrm>
          <a:prstGeom prst="ellipse">
            <a:avLst/>
          </a:prstGeom>
          <a:solidFill>
            <a:srgbClr val="FCE9B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09031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production traffic — this is a demo/portfolio-scale deployment, not a battle-tested system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2907792"/>
            <a:ext cx="548640" cy="548640"/>
          </a:xfrm>
          <a:prstGeom prst="ellipse">
            <a:avLst/>
          </a:prstGeom>
          <a:solidFill>
            <a:srgbClr val="FCE9B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050438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78892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state is per-instance, not shared across replicas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749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3867912"/>
            <a:ext cx="548640" cy="548640"/>
          </a:xfrm>
          <a:prstGeom prst="ellipse">
            <a:avLst/>
          </a:prstGeom>
          <a:solidFill>
            <a:srgbClr val="FCE9B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010558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74904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refresh-token flow — a deliberate 30-minute session for this project’s scope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240" y="4828032"/>
            <a:ext cx="548640" cy="548640"/>
          </a:xfrm>
          <a:prstGeom prst="ellipse">
            <a:avLst/>
          </a:prstGeom>
          <a:solidFill>
            <a:srgbClr val="FCE9B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970678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7091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clouddesk_test lacks realistic seed data — schema-only for now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out explicitly rather than hidden — knowing the edges of a system is part of building it.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4216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286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Coordination. Verification.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action-taking. Measured evaluation.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3794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what production multi-agent systems actually require — not just an LLM with a long tool list.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5120640"/>
            <a:ext cx="2926080" cy="0"/>
          </a:xfrm>
          <a:prstGeom prst="line">
            <a:avLst/>
          </a:prstGeom>
          <a:noFill/>
          <a:ln w="12700">
            <a:solidFill>
              <a:srgbClr val="3A42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303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github.com/Monesh05/Triage-Customer-Support-Agent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2026-09-25T08:59:33Z</dcterms:created>
  <dcterms:modified xsi:type="dcterms:W3CDTF">2026-09-25T08:59:33Z</dcterms:modified>
</cp:coreProperties>
</file>